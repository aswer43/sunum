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DM Sans Medium"/>
      <p:regular r:id="rId12"/>
    </p:embeddedFont>
    <p:embeddedFont>
      <p:font typeface="DM Sans Bold"/>
      <p:regular r:id="rId13"/>
    </p:embeddedFont>
    <p:embeddedFont>
      <p:font typeface="Inter"/>
      <p:regular r:id="rId14"/>
    </p:embeddedFont>
    <p:embeddedFont>
      <p:font typeface="Inter Bold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9372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Kelimelerin İntiharı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649313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Sosyal Medya ve Türkçenin Dönüşümü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496119" y="369607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Dil, yalnızca bir iletişim aracı değil; bir milletin belleği, kültürü ve kimliğidir. Peki ya bugün o bellek siliniyor mu?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83729"/>
            <a:ext cx="48251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Edebi Zarafet </a:t>
            </a:r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vs.</a:t>
            </a:r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Dijital Hız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2039317"/>
            <a:ext cx="4107135" cy="1334095"/>
          </a:xfrm>
          <a:prstGeom prst="roundRect">
            <a:avLst>
              <a:gd name="adj" fmla="val 1594"/>
            </a:avLst>
          </a:prstGeom>
          <a:solidFill>
            <a:srgbClr val="AC9EF5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1810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Edebi Dil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544291"/>
            <a:ext cx="38236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Estetik kaygı ve bilinçli dil seçimi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Derin betimlemeler, çok anlamlılık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Zamanın ötesine geçen metinler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1810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Sosyal Medya Dili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544291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Hızlı tüketim ve karakter kısıtlamaları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Anlık tepkiler, emojiler, "LOL" gibi kısaltmalar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Derin düşüncenin yerini yüzeysellik alıyor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353288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 çatışma yalnızca bir üslup meselesi değil; dilin kendisine yönelik bir tehdittir.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54212"/>
            <a:ext cx="43977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Dilin </a:t>
            </a:r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Mekanik</a:t>
            </a:r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Bozulması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2280717"/>
            <a:ext cx="2641774" cy="13085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77" y="24415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Kuralsızlık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14077" y="2748037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Yazım ve noktalama işaretlerinin tamamen terk edilmesi; cümleler artık bütünlüğünü yitiriyor.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551" y="2280717"/>
            <a:ext cx="2641774" cy="13085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8560" y="24415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Karakter Kaybı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78560" y="2748037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Türkçe karakterler (Ç, Ğ, İ, Ö, Ş, Ü) yerini İngilizce varyantlara bırakıyor; dilin sesi bozuluyor.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6033" y="2280717"/>
            <a:ext cx="2641774" cy="13085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3042" y="24415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Sözcüklerin Ölümü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43042" y="2748037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"İstiyosa", "nassın", "gelces" gibi konuşma dilinin en bozuk hali yazıya aktarılıyor.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43069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Dijital Yozlaşmanın </a:t>
            </a:r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Anatomisi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503" y="2005757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Yabancı İstilası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14503" y="2272233"/>
            <a:ext cx="42168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Dilin mantık yapısı, yabancı kelimelerle giderek daha fazla bozuluyor.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714503" y="252457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Rakamlarla Anlatım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14503" y="2791048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"Kahve6", "2leme düşmek" gibi dilin yapısını zedeleyen yeni ifade biçimleri türedi.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714503" y="3205758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Sonuç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14503" y="3472235"/>
            <a:ext cx="421682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Kısaltmalar ve argo deyimler bir neslin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iletişim dili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haline geldi.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7634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Geleceği İnşa Etmek: </a:t>
            </a:r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AC9EF5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Dilin Sahibi Biziz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774924"/>
            <a:ext cx="2290465" cy="1502048"/>
          </a:xfrm>
          <a:prstGeom prst="roundRect">
            <a:avLst>
              <a:gd name="adj" fmla="val 1416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1916683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Farkındalık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227957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Dil, kültürün aynasıdır; onu kaybetmek kimliği kaybetmektir.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774924"/>
            <a:ext cx="2290539" cy="1502048"/>
          </a:xfrm>
          <a:prstGeom prst="roundRect">
            <a:avLst>
              <a:gd name="adj" fmla="val 1416"/>
            </a:avLst>
          </a:prstGeom>
          <a:solidFill>
            <a:srgbClr val="4C5052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1916683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Çözüm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227957"/>
            <a:ext cx="20070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TDK'nın teknolojik terimlere Türkçe karşılıklar üretmesi ve dijital okuryazarlığın eğitimde artırılması.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418731"/>
            <a:ext cx="4722763" cy="1048420"/>
          </a:xfrm>
          <a:prstGeom prst="roundRect">
            <a:avLst>
              <a:gd name="adj" fmla="val 2028"/>
            </a:avLst>
          </a:prstGeom>
          <a:solidFill>
            <a:srgbClr val="4C5052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560490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✊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Çağrı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871764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Sosyal medyada Türkçe kurallarına sadık kalarak estetik ve doğru kullanımı yeniden yüceltelim.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2026-06-07T12:00:26Z</dcterms:created>
  <dcterms:modified xsi:type="dcterms:W3CDTF">2026-06-07T12:00:26Z</dcterms:modified>
</cp:coreProperties>
</file>