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88376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Fotosentez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57884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Güneşten Gelen Yaşam Enerjisi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67171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Işık enerjisinden kimyasal enerjiye — yaşamın en temel biyolojik süreci.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63800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Enerjinin Kaynağı: Güneş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12120"/>
            <a:ext cx="3053877" cy="1410593"/>
          </a:xfrm>
          <a:prstGeom prst="roundRect">
            <a:avLst>
              <a:gd name="adj" fmla="val 120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707481"/>
            <a:ext cx="26631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🌞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Evrensel Enerji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122513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Yeryüzündeki tüm canlıların nihai enerji kaynağı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12120"/>
            <a:ext cx="3053976" cy="1410593"/>
          </a:xfrm>
          <a:prstGeom prst="roundRect">
            <a:avLst>
              <a:gd name="adj" fmla="val 120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707481"/>
            <a:ext cx="266326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Biyolojik Köprü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312251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Işık enerjisini kimyasal bağ enerjisine dönüştürür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11724"/>
            <a:ext cx="6296860" cy="1108174"/>
          </a:xfrm>
          <a:prstGeom prst="roundRect">
            <a:avLst>
              <a:gd name="adj" fmla="val 1535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307086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🌿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Kim Gerçekleştirir?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72211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Bitkiler, algler ve bazı bakteriler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Fotosentezin Temel Mekanizması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8150" y="1388368"/>
            <a:ext cx="4355396" cy="3760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6421" y="4131370"/>
            <a:ext cx="1586798" cy="61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Calvin Döngüsü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304015" y="3978528"/>
            <a:ext cx="1586799" cy="917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Işık Reaksiyonları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36065" y="5329634"/>
            <a:ext cx="5472670" cy="1005780"/>
          </a:xfrm>
          <a:prstGeom prst="roundRect">
            <a:avLst>
              <a:gd name="adj" fmla="val 24948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0289" y="5490270"/>
            <a:ext cx="512422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Işığa Bağımlı Reaksiyonlar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0289" y="5923062"/>
            <a:ext cx="573380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Granada gerçekleşir — su parçalanır, oksijen açığa çıkar.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14719" y="549027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Calvin Döngüsü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14719" y="5923062"/>
            <a:ext cx="583143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Stromada gerçekleşir — CO₂'den glikoz sentezlenir.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44988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Bilimsel Keşiflerin İzinde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445981" y="2324001"/>
            <a:ext cx="25399" cy="3084016"/>
          </a:xfrm>
          <a:prstGeom prst="roundRect">
            <a:avLst>
              <a:gd name="adj" fmla="val 50001"/>
            </a:avLst>
          </a:prstGeom>
          <a:solidFill>
            <a:srgbClr val="B7D5CA"/>
          </a:solidFill>
          <a:ln/>
        </p:spPr>
      </p:sp>
      <p:sp>
        <p:nvSpPr>
          <p:cNvPr id="5" name="Shape 2"/>
          <p:cNvSpPr/>
          <p:nvPr/>
        </p:nvSpPr>
        <p:spPr>
          <a:xfrm>
            <a:off x="5633202" y="2523927"/>
            <a:ext cx="567021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324001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4251" y="23594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91016" y="2388890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Van Helmont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91016" y="2797572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Bitkiler besinini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topraktan değil, sudan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alır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33202" y="3677940"/>
            <a:ext cx="567021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1" name="Shape 8"/>
          <p:cNvSpPr/>
          <p:nvPr/>
        </p:nvSpPr>
        <p:spPr>
          <a:xfrm>
            <a:off x="5233360" y="3478014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4251" y="351343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391016" y="3542903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Priestley &amp; Ingenhousz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391016" y="3951585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Bitkiler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oksijen üretir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güneş ışığı hayati rol oynar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33202" y="4831953"/>
            <a:ext cx="567021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6" name="Shape 13"/>
          <p:cNvSpPr/>
          <p:nvPr/>
        </p:nvSpPr>
        <p:spPr>
          <a:xfrm>
            <a:off x="5233360" y="4632027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4251" y="466744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91016" y="4696916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Melvin Calvin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391016" y="5105598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Karbon tutma reaksiyonlarını aydınlattı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Calvin Döngüsü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Yaşamın Devamlılığı ve Gelecek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6319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Neden Önemli?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65698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Atmosferdeki 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oksijen dengesini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korur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Besin zincirinin 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temelini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oluşturur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Çevresel faktörlere göre 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hızını optimize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eder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811488"/>
            <a:ext cx="5315512" cy="256977"/>
          </a:xfrm>
          <a:prstGeom prst="roundRect">
            <a:avLst>
              <a:gd name="adj" fmla="val 34134"/>
            </a:avLst>
          </a:prstGeom>
          <a:solidFill>
            <a:srgbClr val="CCFFE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889573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80941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Yeşil alanları korumak = fotosentez kapasitesini korumak = sürdürülebilir gelecek.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2026-10-05T17:48:42Z</dcterms:created>
  <dcterms:modified xsi:type="dcterms:W3CDTF">2026-10-05T17:48:42Z</dcterms:modified>
</cp:coreProperties>
</file>