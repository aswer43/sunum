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DB5A3-2091-4744-B765-B3BF33C42B54}" v="54" dt="2026-04-04T14:14:51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4.04.2026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 descr="metin, gökyüzü, ekran görüntüsü, kilis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08F6D39-5902-CC8D-1D59-118D53D27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İçerik Yer Tutucusu 9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22A7BD3-776F-D21E-4590-509BC14A3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3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İçerik Yer Tutucusu 3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E9D993D-FD61-9AA7-5656-455A29675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45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8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İçerik Yer Tutucusu 3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858DBA0-7501-E71D-69C5-55A3B4CF9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5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İçerik Yer Tutucusu 3" descr="metin, gökyüzü, ekran görüntüsü, dış mek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75F3637-37E3-5C98-0CDA-D8B35E7D1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13" b="1504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0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metin, ekran görüntüsü, gökyüzü, bulu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89E9787-386A-5298-DD69-9FEF919AB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97" b="15198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4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7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created xsi:type="dcterms:W3CDTF">2026-04-04T14:07:45Z</dcterms:created>
  <dcterms:modified xsi:type="dcterms:W3CDTF">2026-04-04T14:15:23Z</dcterms:modified>
</cp:coreProperties>
</file>