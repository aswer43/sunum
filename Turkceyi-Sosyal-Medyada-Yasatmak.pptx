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embeddedFontLst>
    <p:embeddedFont>
      <p:font typeface="DM Sans Medium"/>
      <p:regular r:id="rId12"/>
    </p:embeddedFont>
    <p:embeddedFont>
      <p:font typeface="DM Sans Bold"/>
      <p:regular r:id="rId13"/>
    </p:embeddedFont>
    <p:embeddedFont>
      <p:font typeface="Inter"/>
      <p:regular r:id="rId14"/>
    </p:embeddedFont>
    <p:embeddedFont>
      <p:font typeface="Inter Bold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05111"/>
            <a:ext cx="470103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Dijital Çağda Sözün Şerefi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260699"/>
            <a:ext cx="8576890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Türkçeyi Sosyal Medyada Yaşatmak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496119" y="308468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Yazarlar, şairler ve dil sevdalıları için bir çağrı: Dijital dünyada Türkçenin estetiğini ve onurunu korumak hepimizin ortak sorumluluğudur.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52091"/>
            <a:ext cx="590974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Bir Medeniyetin Aynası Olarak Dil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069" y="1907679"/>
            <a:ext cx="2641774" cy="1983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4077" y="2068488"/>
            <a:ext cx="203849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Dil, Kimliğin Ta Kendisidir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14077" y="2374999"/>
            <a:ext cx="224395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Dil yalnızca bir iletişim aracı değil; kültürün, düşüncenin ve şairin ruhunun aynasıdır. Her kelime, bir medeniyetin hafızasını taşır.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1551" y="1907679"/>
            <a:ext cx="2641774" cy="19836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78560" y="2068488"/>
            <a:ext cx="22439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Sosyal Medya ve Dilin Tüketimi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78560" y="2596455"/>
            <a:ext cx="224395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Sosyal medya, dili hızla tüketen bir makineye dönüşebilir. Ancak bizler, onu yeniden estetik bir kalıba dökebiliriz.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6033" y="1907679"/>
            <a:ext cx="2641774" cy="19836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43042" y="2068488"/>
            <a:ext cx="22439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Şairin ve Yazarın Sorumluluğu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43042" y="2596455"/>
            <a:ext cx="224395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Dijitalleşen dünyada Türkçenin zenginliğini korumak ve genç nesillere estetik bir duruş kazandırmak, edebiyatçıların en büyük görevi olmalıdır.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00844"/>
            <a:ext cx="84225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Edebi Dil ve Sosyal Medya Dili: Büyük Karşılaşma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456432"/>
            <a:ext cx="4107135" cy="2886224"/>
          </a:xfrm>
          <a:prstGeom prst="roundRect">
            <a:avLst>
              <a:gd name="adj" fmla="val 737"/>
            </a:avLst>
          </a:prstGeom>
          <a:solidFill>
            <a:srgbClr val="AC9EF5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59819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Edebi Dil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1961406"/>
            <a:ext cx="38236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Derinlik, sanat ve çok anlamlılık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Estetik bir tat sunan yapılandırılmış anlatım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Kelime hazinesi ve dil bilgisi kurallarına saygı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cümle bir düşünce mimarisi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59819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Sosyal Medya Dili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1961406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Hızlı, sade ve kısaltmalara dayalı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Emoji ve sembollerle şekillenen dijital yansıma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Kural tanımayan, anlık tüketilen içerik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Yanlış kullanımın zamanla normalleşmesi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49701" y="3176811"/>
            <a:ext cx="3902943" cy="1006376"/>
          </a:xfrm>
          <a:prstGeom prst="roundRect">
            <a:avLst>
              <a:gd name="adj" fmla="val 2113"/>
            </a:avLst>
          </a:prstGeom>
          <a:solidFill>
            <a:srgbClr val="4B3F0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1460" y="3391867"/>
            <a:ext cx="177180" cy="14175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10398" y="3339778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Tehlike: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Dil bilgisi kurallarının ve kelime hazinesinin erozyonu, nesiller boyu süren bir kültürel kayba dönüşebilir.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11796"/>
            <a:ext cx="815459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Dil Dedektifliği: Sosyal Medyada Zarif Bir Duruş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38300"/>
            <a:ext cx="2312566" cy="14292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24475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Estetik Bariyer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551262"/>
            <a:ext cx="398725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Kısaltma ve argo yozlaşmasına karşı, edebi metinlerden alıntılar ve paylaşımlarla dijital dünyada bir estetik bariyer örün.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553" y="1638300"/>
            <a:ext cx="2312640" cy="14292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324475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Dijital Edebi Üretim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3551262"/>
            <a:ext cx="398732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Mesajlaşmalarda bile dil özenini koruyarak, dijital dünyayı bir edebi üretim sahasına dönüştürün. Her tweet bir fırsat olabilir.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640" y="392534"/>
            <a:ext cx="4753719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Sözün Gücü: Geleceği İnşa Etmek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80640" y="1450330"/>
            <a:ext cx="2310333" cy="1434182"/>
          </a:xfrm>
          <a:prstGeom prst="roundRect">
            <a:avLst>
              <a:gd name="adj" fmla="val 1436"/>
            </a:avLst>
          </a:prstGeom>
          <a:solidFill>
            <a:srgbClr val="4C5052"/>
          </a:solidFill>
          <a:ln/>
        </p:spPr>
      </p:sp>
      <p:sp>
        <p:nvSpPr>
          <p:cNvPr id="5" name="Text 2"/>
          <p:cNvSpPr/>
          <p:nvPr/>
        </p:nvSpPr>
        <p:spPr>
          <a:xfrm>
            <a:off x="617934" y="1587624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Milli Bilinç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17934" y="1881932"/>
            <a:ext cx="2035746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Türkçeyi korumak, milli bilinci ve düşünsel derinliği korumaktır. Dilimiz kimliğimizin temel taşıdır.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923952" y="1450330"/>
            <a:ext cx="2310408" cy="1434182"/>
          </a:xfrm>
          <a:prstGeom prst="roundRect">
            <a:avLst>
              <a:gd name="adj" fmla="val 1436"/>
            </a:avLst>
          </a:prstGeom>
          <a:solidFill>
            <a:srgbClr val="4C5052"/>
          </a:solidFill>
          <a:ln/>
        </p:spPr>
      </p:sp>
      <p:sp>
        <p:nvSpPr>
          <p:cNvPr id="8" name="Text 5"/>
          <p:cNvSpPr/>
          <p:nvPr/>
        </p:nvSpPr>
        <p:spPr>
          <a:xfrm>
            <a:off x="3061246" y="1587624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Dijital Kürsü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61246" y="1881932"/>
            <a:ext cx="2035820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Sosyal medyayı dilimizi bozacak bir araç değil, zenginliğimizi yayacağımız güçlü bir kürsü olarak kullanın.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0640" y="3017490"/>
            <a:ext cx="4753719" cy="1001539"/>
          </a:xfrm>
          <a:prstGeom prst="roundRect">
            <a:avLst>
              <a:gd name="adj" fmla="val 2057"/>
            </a:avLst>
          </a:prstGeom>
          <a:solidFill>
            <a:srgbClr val="4C5052"/>
          </a:solidFill>
          <a:ln/>
        </p:spPr>
      </p:sp>
      <p:sp>
        <p:nvSpPr>
          <p:cNvPr id="11" name="Text 8"/>
          <p:cNvSpPr/>
          <p:nvPr/>
        </p:nvSpPr>
        <p:spPr>
          <a:xfrm>
            <a:off x="617934" y="3154784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Son Çağrı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17934" y="3449092"/>
            <a:ext cx="447913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Dilimizin en ince detaylarını dijitalin hızına kurban etmeyin;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sözün şerefini her karakterde yaşatın.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86619" y="4168676"/>
            <a:ext cx="454774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«Dil, bir milletin en büyük hazinesidir. Onu korumak, geleceği korumaktır.»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2026-06-08T03:41:31Z</dcterms:created>
  <dcterms:modified xsi:type="dcterms:W3CDTF">2026-06-08T03:41:31Z</dcterms:modified>
</cp:coreProperties>
</file>