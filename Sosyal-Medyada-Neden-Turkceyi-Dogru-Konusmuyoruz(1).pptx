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Platypi Medium"/>
      <p:regular r:id="rId13"/>
    </p:embeddedFont>
    <p:embeddedFont>
      <p:font typeface="Platypi Bold"/>
      <p:regular r:id="rId14"/>
    </p:embeddedFont>
    <p:embeddedFont>
      <p:font typeface="Source Serif 4"/>
      <p:regular r:id="rId15"/>
    </p:embeddedFont>
    <p:embeddedFont>
      <p:font typeface="Source Serif 4 Bold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Sosyal Medyada Neden Türkçeyi Doğru Konuşmuyoruz?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Dijital çağda dilimiz nasıl değişiyor — ve bu değişim bizi nereye götürüyor?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8477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Sevgili Katılımcılar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403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Hoş geldiniz. Bugün hepimizin her gün kullandığı ama üzerine pek düşünmediği bir konuyu ele alacağız: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dijital çağda Türkçe.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6069" y="2053456"/>
            <a:ext cx="4741813" cy="10817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43077" y="22142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Hızın Dili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43077" y="2520776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Neden daha kısa, daha hatalı ve daha özensiz yazıyoruz? Hız, dilin kurallarını nasıl esnetiyor?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6069" y="3276972"/>
            <a:ext cx="4741813" cy="10817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3077" y="34377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İletişim Biçimimiz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43077" y="3744292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Sosyal medya platformları, yazma alışkanlıklarımızı ve dil algımızı nasıl dönüştürüyor?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7457"/>
            <a:ext cx="55238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Dijital Yozlaşmanın Boyutları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939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Sosyal medya dili; ses, sözcük ve yazım hatalarıyla Türkçenin dokusunu aşındırıyor.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80245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890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Yazım Hataları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9560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Kısaltmalar, eksik harfler ve noktalama ihmalleri standart hâline geldi.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80245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1890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Dil Karışımı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49560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İngilizce ve Türkçe iç içe geçerek anlamsız, tutarsız yeni yapılar oluşturuyor.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80245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1890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Estetik Kayıplar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49560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Uzun cümle kurma yetisi zayıflıyor; dilin estetik boyutu kayboluyor.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075334"/>
            <a:ext cx="665187" cy="123081"/>
          </a:xfrm>
          <a:prstGeom prst="roundRect">
            <a:avLst>
              <a:gd name="adj" fmla="val 7559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1943770" y="2098551"/>
            <a:ext cx="1029370" cy="76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KÜLTÜREL KIMLIK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897261" y="2215307"/>
            <a:ext cx="2879601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Dil, Kültürün Taşıyıcısıdır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97261" y="2499940"/>
            <a:ext cx="2857054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Dilini kaybeden, kimliğini kaybeder. Sosyal medyadaki yozlaşma yalnızca yazım hatası değil; </a:t>
            </a:r>
            <a:pPr algn="l" indent="0" marL="0">
              <a:lnSpc>
                <a:spcPct val="103000"/>
              </a:lnSpc>
              <a:buNone/>
            </a:pPr>
            <a:r>
              <a:rPr lang="en-US" sz="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kültürel bir erozyondur.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238" y="330845"/>
            <a:ext cx="2303190" cy="4095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6357" y="4524301"/>
            <a:ext cx="116235" cy="1162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9153" y="4521994"/>
            <a:ext cx="133178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Gençler Üzerinde Kalıcı İzler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149153" y="4668441"/>
            <a:ext cx="2396356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Erken yaşta edinilen yanlış dil alışkanlıkları, yetişkinlikte de devam ediyor.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7587" y="4524301"/>
            <a:ext cx="116235" cy="1162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0383" y="4521994"/>
            <a:ext cx="107639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Sanal Edebiyat Tehdidi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850383" y="4668441"/>
            <a:ext cx="2396356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Estetikten yoksun dijital içerik, gerçek edebiyatı ve okuma kültürünü tehdit ediyor.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566"/>
            <a:ext cx="53665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Çözüm: Bilinçli Bir Dijital Dil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307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Değişim bireysel tercihlerle başlar. Doğru dil kullanımı bir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imaj tercihi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aynı zamanda kişisel itibarın yansımasıdır.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935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37877" y="235111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468017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918147"/>
            <a:ext cx="22522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Yazım Kurallarına Bağlılık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22465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Her mesajda doğru imla kullanmak, dijital kimliğinizi güçlendirir.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220935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3402360" y="235111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468017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2360" y="2918147"/>
            <a:ext cx="21900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Türkçe Karşılıkları Savun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2360" y="322465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Yabancı kelimeler yerine Türkçe eşdeğerlerini tercih edin ve yaygınlaştırın.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220935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166842" y="235111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468017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6842" y="2918147"/>
            <a:ext cx="18906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Özen, İtibar Demektir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6842" y="322465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Mesajlaşırken bile dil özenini sürdürmek, profesyonel itibarınızı yansıtır.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210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Geleceği İnşa Etmek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137720" y="1537692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Türkçeyi doğru konuşmak, kültürümüze sahip çıkmaktır.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923976"/>
            <a:ext cx="4722763" cy="2337346"/>
          </a:xfrm>
          <a:prstGeom prst="roundRect">
            <a:avLst>
              <a:gd name="adj" fmla="val 910"/>
            </a:avLst>
          </a:prstGeom>
          <a:solidFill>
            <a:srgbClr val="F9F7F7"/>
          </a:solidFill>
          <a:ln/>
        </p:spPr>
      </p:sp>
      <p:sp>
        <p:nvSpPr>
          <p:cNvPr id="6" name="Shape 3"/>
          <p:cNvSpPr/>
          <p:nvPr/>
        </p:nvSpPr>
        <p:spPr>
          <a:xfrm>
            <a:off x="3925119" y="1923976"/>
            <a:ext cx="2361381" cy="1506215"/>
          </a:xfrm>
          <a:prstGeom prst="roundRect">
            <a:avLst>
              <a:gd name="adj" fmla="val 1412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4066877" y="2065734"/>
            <a:ext cx="207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Toplumsal Sorumluluk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6877" y="2607990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Dilimizi korumak yalnızca bireysel değil, toplumsal bir görevdir.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1923976"/>
            <a:ext cx="2361381" cy="150621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923976"/>
            <a:ext cx="19050" cy="150621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065734"/>
            <a:ext cx="207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Teknolojiyi Doğru Kullan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2607990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Teknolojiyi dilimizi bozmak için değil, zenginleştirmek için kullanın.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430191"/>
            <a:ext cx="4722763" cy="83113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5119" y="3430191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4066877" y="3571949"/>
            <a:ext cx="17720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Geleceğe Miras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66877" y="389274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Bugün attığımız her doğru adım, yarının Türkçesini inşa eder.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2026-06-08T03:40:42Z</dcterms:created>
  <dcterms:modified xsi:type="dcterms:W3CDTF">2026-06-08T03:40:42Z</dcterms:modified>
</cp:coreProperties>
</file>